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A899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182880"/>
            <a:ext cx="2011680" cy="201168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SGraph Send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B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Partnership Kickoff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371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Cruz &amp; Cruz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people share files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attachments (size limits, no encryption)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WeTransfer / Dropbox (server can read files)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(stored in plaintext forever)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(scanned, indexed, ad-targeted)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can go wrong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 expose files to attackers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or insiders can access content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requests compel data handover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silently process your documents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file sharing service today can read your files.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Architecture Difference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34440"/>
            <a:ext cx="73152" cy="146304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WeTransfer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 →  Their server (plaintext)  →  Recipient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can read, scan, index, and hand over your files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680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926080"/>
            <a:ext cx="73152" cy="1737360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SGraph Send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 →  Encrypted in browser  →  Encrypted blob on server  →  Decrypted in browser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stores only encrypted data — it cannot read your files under any circumstances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291840"/>
            <a:ext cx="502920" cy="502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1520" y="4800600"/>
            <a:ext cx="7680960" cy="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We’re like WeTransfer, except we literally cannot read your files.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13232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7132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regulations tightening globally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27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HIPAA, DORA — compliance is now mandatory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713232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48840"/>
            <a:ext cx="54864" cy="7132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work drives cross-boundary sharing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files move between companies, countries, devices daily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713232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17520"/>
            <a:ext cx="54864" cy="7132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tools process sensitive documents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3649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uploaded to an AI service is a potential leak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7680960" cy="713232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86200"/>
            <a:ext cx="54864" cy="7132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886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Zero-trust is becoming the standard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2336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assumption: no server should be trusted with plaintext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Privacy-first file sharing isn’t a niche — it’s the future.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Product: SGraph Send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8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send.sgraph.ai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— Live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file sharing. Zero knowledge. Zero fuss.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620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AES-256-GCM encryption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227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access control with usage limits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5935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panel showing exactly what we store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5935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cookies, zero tracking, zero third-party scripts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371600"/>
            <a:ext cx="502920" cy="50292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&amp; Drop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drags file onto the page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48840" y="118872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371600"/>
            <a:ext cx="502920" cy="50292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2" name="Text 9"/>
          <p:cNvSpPr/>
          <p:nvPr/>
        </p:nvSpPr>
        <p:spPr>
          <a:xfrm>
            <a:off x="2651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057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4028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40280" y="3108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encrypts with AES-256-GCM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11880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840480" y="118872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43400" y="1371600"/>
            <a:ext cx="502920" cy="50292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9" name="Text 15"/>
          <p:cNvSpPr/>
          <p:nvPr/>
        </p:nvSpPr>
        <p:spPr>
          <a:xfrm>
            <a:off x="43434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574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3192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31920" y="3108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blob sent to server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303520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5532120" y="118872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13716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1"/>
          <p:cNvSpPr/>
          <p:nvPr/>
        </p:nvSpPr>
        <p:spPr>
          <a:xfrm>
            <a:off x="60350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0574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23560" y="3108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gets link + decryption key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995160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7223760" y="1188720"/>
            <a:ext cx="1508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726680" y="1371600"/>
            <a:ext cx="502920" cy="50292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33" name="Text 27"/>
          <p:cNvSpPr/>
          <p:nvPr/>
        </p:nvSpPr>
        <p:spPr>
          <a:xfrm>
            <a:off x="77266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057400"/>
            <a:ext cx="502920" cy="5029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1520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Decrypt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315200" y="3108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enters key, browser decrypts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decryption key never touches our servers.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Transparency Panel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store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IP address (SHA-256)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231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transfer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803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in bytes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375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hint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754880" y="11887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6" name="Text 10"/>
          <p:cNvSpPr/>
          <p:nvPr/>
        </p:nvSpPr>
        <p:spPr>
          <a:xfrm>
            <a:off x="50292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never see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96596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42316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880360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949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key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33756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949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IP address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6" name="Text 16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don’t just promise privacy — we prove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SGraph Product Family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54864" cy="640080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8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send.sgraph.ai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 sharing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57400"/>
            <a:ext cx="54864" cy="640080"/>
          </a:xfrm>
          <a:prstGeom prst="rect">
            <a:avLst/>
          </a:prstGeom>
          <a:solidFill>
            <a:srgbClr val="8890A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image.sgraph.ai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834640"/>
            <a:ext cx="54864" cy="640080"/>
          </a:xfrm>
          <a:prstGeom prst="rect">
            <a:avLst/>
          </a:prstGeom>
          <a:solidFill>
            <a:srgbClr val="8890A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text.sgraph.ai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text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834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611880"/>
            <a:ext cx="54864" cy="640080"/>
          </a:xfrm>
          <a:prstGeom prst="rect">
            <a:avLst/>
          </a:prstGeom>
          <a:solidFill>
            <a:srgbClr val="8890A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billing.sgraph.ai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billing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3611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“S” in SGraph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13716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0" y="4251960"/>
            <a:ext cx="13716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0" y="4251960"/>
            <a:ext cx="13716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4251960"/>
            <a:ext cx="13716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39496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49440" y="4251960"/>
            <a:ext cx="137160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design flexibility from the ground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JS + Web Components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80560" y="1463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lock-in — fully encapsulated, reusable UI elements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121408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128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21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Custom Properties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480560" y="2121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 change switches themes — five themes from day one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779776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7121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7797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i18n from Day One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80560" y="27797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externalised into translation files — EN + PT live, more planned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438144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2958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4381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Crypto API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480560" y="34381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AES-256-GCM encryption — never leaves the browser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4096512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18795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096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Text in Images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480560" y="40965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decoupled from design assets — multilingual-ready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SGraph Send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417320"/>
            <a:ext cx="731520" cy="73152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5361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Privacy-Conscious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3108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Lawyer, journalist, consultant.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contracts securely.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54680" y="1417320"/>
            <a:ext cx="731520" cy="73152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53619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Tech-Savvy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97480" y="3108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credentials, API keys.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transparency and open source.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57800" y="1417320"/>
            <a:ext cx="731520" cy="73152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53619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060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(Friends &amp; Family)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00600" y="3108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photos and large files.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dead-simple, zero jargon.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66560" y="118872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60920" y="1417320"/>
            <a:ext cx="731520" cy="73152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53619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903720" y="3108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tokens, monitors usage.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dashboards and control.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9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are we reinventing WeTransfer?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 user feedback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926080"/>
            <a:ext cx="7680960" cy="36576"/>
          </a:xfrm>
          <a:prstGeom prst="rect">
            <a:avLst/>
          </a:prstGeom>
          <a:solidFill>
            <a:srgbClr val="0A8993">
              <a:alpha val="4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file-sharing utility is immediately clear.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differentiation isn’t landing yet.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biggest design challenge: make encryption feel effortless, not scary.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File Sweet Spot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2801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30 MB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Slack handle this fine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2801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31720"/>
            <a:ext cx="73152" cy="8686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31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MB – 1 GB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WeTransfer, Dropbox work but are annoying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331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83280"/>
            <a:ext cx="73152" cy="86868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383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GB 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6032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failures, no retry, no encryption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383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SGraph Send uses S3 direct upload — no meaningful size limit.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 the file, the more the product shines.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From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280160"/>
            <a:ext cx="411480" cy="41148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Multi-variant: full colour, B&amp;W, icon, lockup, monogram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01952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993392"/>
            <a:ext cx="411480" cy="41148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9019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Identity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901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Colours, typography, visual language, motion guidelines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15184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2706624"/>
            <a:ext cx="411480" cy="41148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706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6151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Mockups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61518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screens across Aurora and Glacier themes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328416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3419856"/>
            <a:ext cx="411480" cy="41148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32841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32841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tokens, states — implementation-ready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041648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4133088"/>
            <a:ext cx="411480" cy="41148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40416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 Definitions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40416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themes as CSS custom property 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 in the written brief provided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Logo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3891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Constraints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work from 16×16 favicon to conference screen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Evoke security without being intimidating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padlocks, no shields, no fortress imagery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clean, approachable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movement or transfer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across the product family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reference graph/node concepts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94960" y="1188720"/>
            <a:ext cx="3017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Variants Needed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121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&amp; white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colour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798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3136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/ mark only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3813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Monogram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Themes, One Design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188720"/>
            <a:ext cx="1554480" cy="8229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2588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Aurora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modern default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274320" cy="274320"/>
          </a:xfrm>
          <a:prstGeom prst="ellipse">
            <a:avLst/>
          </a:prstGeom>
          <a:solidFill>
            <a:srgbClr val="4ECDC4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200400"/>
            <a:ext cx="274320" cy="274320"/>
          </a:xfrm>
          <a:prstGeom prst="ellipse">
            <a:avLst/>
          </a:prstGeom>
          <a:solidFill>
            <a:srgbClr val="2C3E50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3200400"/>
            <a:ext cx="274320" cy="274320"/>
          </a:xfrm>
          <a:prstGeom prst="ellipse">
            <a:avLst/>
          </a:prstGeom>
          <a:solidFill>
            <a:srgbClr val="F7F9FC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#4ECDC4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57400" y="118872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188720"/>
            <a:ext cx="155448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13258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Cool, trust-evoking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3200400"/>
            <a:ext cx="274320" cy="274320"/>
          </a:xfrm>
          <a:prstGeom prst="ellipse">
            <a:avLst/>
          </a:prstGeom>
          <a:solidFill>
            <a:srgbClr val="4A90D9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3200400"/>
            <a:ext cx="274320" cy="274320"/>
          </a:xfrm>
          <a:prstGeom prst="ellipse">
            <a:avLst/>
          </a:prstGeom>
          <a:solidFill>
            <a:srgbClr val="1A3A5C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3200400"/>
            <a:ext cx="274320" cy="274320"/>
          </a:xfrm>
          <a:prstGeom prst="ellipse">
            <a:avLst/>
          </a:prstGeom>
          <a:solidFill>
            <a:srgbClr val="F0F4FA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#4A90D9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94760" y="118872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94760" y="1188720"/>
            <a:ext cx="1554480" cy="822960"/>
          </a:xfrm>
          <a:prstGeom prst="rect">
            <a:avLst/>
          </a:prstGeom>
          <a:solidFill>
            <a:srgbClr val="3D2C1E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E07C4F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approachable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3200400"/>
            <a:ext cx="274320" cy="274320"/>
          </a:xfrm>
          <a:prstGeom prst="ellipse">
            <a:avLst/>
          </a:prstGeom>
          <a:solidFill>
            <a:srgbClr val="E07C4F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3200400"/>
            <a:ext cx="274320" cy="274320"/>
          </a:xfrm>
          <a:prstGeom prst="ellipse">
            <a:avLst/>
          </a:prstGeom>
          <a:solidFill>
            <a:srgbClr val="3D2C1E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200400"/>
            <a:ext cx="274320" cy="274320"/>
          </a:xfrm>
          <a:prstGeom prst="ellipse">
            <a:avLst/>
          </a:prstGeom>
          <a:solidFill>
            <a:srgbClr val="FDF6F0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#E07C4F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32120" y="118872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32120" y="1188720"/>
            <a:ext cx="155448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35040" y="1325880"/>
            <a:ext cx="548640" cy="548640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environments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06440" y="3200400"/>
            <a:ext cx="274320" cy="274320"/>
          </a:xfrm>
          <a:prstGeom prst="ellipse">
            <a:avLst/>
          </a:prstGeom>
          <a:solidFill>
            <a:srgbClr val="BBBBBB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3200400"/>
            <a:ext cx="274320" cy="274320"/>
          </a:xfrm>
          <a:prstGeom prst="ellipse">
            <a:avLst/>
          </a:prstGeom>
          <a:solidFill>
            <a:srgbClr val="1A1A2E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200400"/>
            <a:ext cx="274320" cy="274320"/>
          </a:xfrm>
          <a:prstGeom prst="ellipse">
            <a:avLst/>
          </a:prstGeom>
          <a:solidFill>
            <a:srgbClr val="0F0F1A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#BBBBBB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69480" y="118872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69480" y="1188720"/>
            <a:ext cx="1554480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0" y="132588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Contrast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AAA accessible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43800" y="3200400"/>
            <a:ext cx="274320" cy="2743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3200400"/>
            <a:ext cx="274320" cy="2743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5320" y="320040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#000000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need a design system, not a single design.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Key Screens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1280160" cy="91440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11680"/>
            <a:ext cx="548640" cy="137160"/>
          </a:xfrm>
          <a:prstGeom prst="rect">
            <a:avLst/>
          </a:prstGeom>
          <a:solidFill>
            <a:srgbClr val="0A8993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this?”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94560" y="1371600"/>
            <a:ext cx="1280160" cy="91440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1463040"/>
            <a:ext cx="1097280" cy="109728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1645920"/>
            <a:ext cx="73152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1828800"/>
            <a:ext cx="91440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2011680"/>
            <a:ext cx="548640" cy="137160"/>
          </a:xfrm>
          <a:prstGeom prst="rect">
            <a:avLst/>
          </a:prstGeom>
          <a:solidFill>
            <a:srgbClr val="0A8993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06040" y="2377440"/>
            <a:ext cx="457200" cy="45720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Flow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action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experience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1371600"/>
            <a:ext cx="1280160" cy="91440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023360" y="1463040"/>
            <a:ext cx="1097280" cy="109728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1645920"/>
            <a:ext cx="73152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0" y="1828800"/>
            <a:ext cx="91440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0" y="2011680"/>
            <a:ext cx="548640" cy="137160"/>
          </a:xfrm>
          <a:prstGeom prst="rect">
            <a:avLst/>
          </a:prstGeom>
          <a:solidFill>
            <a:srgbClr val="0A8993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43400" y="2377440"/>
            <a:ext cx="457200" cy="45720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Complete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+ key + transparency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0" y="1371600"/>
            <a:ext cx="1280160" cy="91440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1463040"/>
            <a:ext cx="1097280" cy="109728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36" name="Shape 34"/>
          <p:cNvSpPr/>
          <p:nvPr/>
        </p:nvSpPr>
        <p:spPr>
          <a:xfrm>
            <a:off x="5760720" y="1645920"/>
            <a:ext cx="73152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37" name="Shape 35"/>
          <p:cNvSpPr/>
          <p:nvPr/>
        </p:nvSpPr>
        <p:spPr>
          <a:xfrm>
            <a:off x="5760720" y="1828800"/>
            <a:ext cx="91440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38" name="Shape 36"/>
          <p:cNvSpPr/>
          <p:nvPr/>
        </p:nvSpPr>
        <p:spPr>
          <a:xfrm>
            <a:off x="5852160" y="2011680"/>
            <a:ext cx="548640" cy="137160"/>
          </a:xfrm>
          <a:prstGeom prst="rect">
            <a:avLst/>
          </a:prstGeom>
          <a:solidFill>
            <a:srgbClr val="0A8993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80760" y="2377440"/>
            <a:ext cx="457200" cy="45720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778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Page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experience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 brand landing page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6948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06640" y="1371600"/>
            <a:ext cx="1280160" cy="91440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45" name="Shape 43"/>
          <p:cNvSpPr/>
          <p:nvPr/>
        </p:nvSpPr>
        <p:spPr>
          <a:xfrm>
            <a:off x="7498080" y="1463040"/>
            <a:ext cx="1097280" cy="109728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46" name="Shape 44"/>
          <p:cNvSpPr/>
          <p:nvPr/>
        </p:nvSpPr>
        <p:spPr>
          <a:xfrm>
            <a:off x="7498080" y="1645920"/>
            <a:ext cx="73152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47" name="Shape 45"/>
          <p:cNvSpPr/>
          <p:nvPr/>
        </p:nvSpPr>
        <p:spPr>
          <a:xfrm>
            <a:off x="7498080" y="1828800"/>
            <a:ext cx="914400" cy="73152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48" name="Shape 46"/>
          <p:cNvSpPr/>
          <p:nvPr/>
        </p:nvSpPr>
        <p:spPr>
          <a:xfrm>
            <a:off x="7589520" y="2011680"/>
            <a:ext cx="548640" cy="137160"/>
          </a:xfrm>
          <a:prstGeom prst="rect">
            <a:avLst/>
          </a:prstGeom>
          <a:solidFill>
            <a:srgbClr val="0A8993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18120" y="2377440"/>
            <a:ext cx="457200" cy="45720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50" name="Text 48"/>
          <p:cNvSpPr/>
          <p:nvPr/>
        </p:nvSpPr>
        <p:spPr>
          <a:xfrm>
            <a:off x="78181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152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management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dashboard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screen tells a different part of the trust story.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Positioning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SGraph Send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9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WeTransfer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SendSafely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OnionShare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 encryption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ads or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is our competitive advantage. Security is table stakes.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5331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Sharing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0" y="1188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use SGraph Send itself — you become a real user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5915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preferred, SVG for logos, JSON/CSS for design tokens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49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Process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5760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→ Feedback → Refined → Mockups → System → Handoff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3152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Dinis Cruz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approvals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37744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37744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coordination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02336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02336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constraints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6692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Advocate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66928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3152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Ambassador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31520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Agentic Team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built by a multi-agent team of 17 specialised roles.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produces specific outputs. Your design work feeds directly into implementation.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1554480" cy="109728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194560"/>
            <a:ext cx="155448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 &amp; Cruz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03120" y="2194560"/>
            <a:ext cx="1554480" cy="109728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2194560"/>
            <a:ext cx="155448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to Tokens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40480" y="2194560"/>
            <a:ext cx="1554480" cy="109728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2194560"/>
            <a:ext cx="1554480" cy="54864"/>
          </a:xfrm>
          <a:prstGeom prst="rect">
            <a:avLst/>
          </a:prstGeom>
          <a:solidFill>
            <a:srgbClr val="0DBFB0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in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77840" y="2194560"/>
            <a:ext cx="1554480" cy="109728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2194560"/>
            <a:ext cx="155448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All Themes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0" y="2194560"/>
            <a:ext cx="1554480" cy="109728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2194560"/>
            <a:ext cx="1554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solidFill>
            <a:srgbClr val="1B2A4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design system becomes code the same week you deliver it.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25880"/>
            <a:ext cx="320040" cy="32004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645920"/>
            <a:ext cx="45720" cy="411480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207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Concepts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explorations + visual direction (2–3 options)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039112"/>
            <a:ext cx="320040" cy="32004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359152"/>
            <a:ext cx="45720" cy="411480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Selected Direction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concept developed and refined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752344"/>
            <a:ext cx="320040" cy="32004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3072384"/>
            <a:ext cx="45720" cy="411480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Mockups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907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screens in Aurora + Glacier themes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465576"/>
            <a:ext cx="320040" cy="32004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3785616"/>
            <a:ext cx="45720" cy="411480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3621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tokens, all five theme definitions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178808"/>
            <a:ext cx="320040" cy="320040"/>
          </a:xfrm>
          <a:prstGeom prst="ellipse">
            <a:avLst/>
          </a:prstGeom>
          <a:solidFill>
            <a:srgbClr val="0A8993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9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4334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assets + implementation support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step: Review the written brief, send questions, schedule concept review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899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building privacy infrastructure that makes encryption invisible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what makes the difference between a security tool and a product people love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opportunity to define the visual identity of a new product family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27432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 us make privacy beautiful.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899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A899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B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Cruz &amp; Cruz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371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send.sgraph.ai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SGraph Send — Design Partnership Kickoff</dc:title>
  <dc:subject>PptxGenJS Presentation</dc:subject>
  <dc:creator>SGraph Send Team</dc:creator>
  <cp:lastModifiedBy>SGraph Send Team</cp:lastModifiedBy>
  <cp:revision>1</cp:revision>
  <dcterms:created xsi:type="dcterms:W3CDTF">2026-02-15T12:49:45Z</dcterms:created>
  <dcterms:modified xsi:type="dcterms:W3CDTF">2026-02-15T12:49:45Z</dcterms:modified>
</cp:coreProperties>
</file>